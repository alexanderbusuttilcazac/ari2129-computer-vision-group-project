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Gamma Correction and Tone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Processing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Law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 = c*r^gamma and its parameter effects.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Perceptual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vision sensitivity is non-linear.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Non-linear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sRGB, Log-like encoding, Rec.2020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Tone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Sigmoid/S-curves for midtone contrast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HDR Tone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vs local operator tradeoffs.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Halo artifacts, clipped highlights, noise amplification.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for measurement-critical, physically linear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Photography RAW to display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in linear where needed, encode for display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